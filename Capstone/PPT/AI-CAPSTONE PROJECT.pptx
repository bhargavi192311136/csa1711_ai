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77" r:id="rId4"/>
    <p:sldId id="257" r:id="rId5"/>
    <p:sldId id="258" r:id="rId6"/>
    <p:sldId id="278" r:id="rId7"/>
    <p:sldId id="261" r:id="rId8"/>
    <p:sldId id="263" r:id="rId9"/>
    <p:sldId id="271" r:id="rId10"/>
    <p:sldId id="264" r:id="rId11"/>
    <p:sldId id="272" r:id="rId12"/>
    <p:sldId id="280" r:id="rId13"/>
    <p:sldId id="282" r:id="rId14"/>
    <p:sldId id="284" r:id="rId15"/>
    <p:sldId id="269" r:id="rId1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/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07625" y="3657600"/>
            <a:ext cx="7162800" cy="662940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jpeg"/><Relationship Id="rId3" Type="http://schemas.openxmlformats.org/officeDocument/2006/relationships/hyperlink" Target="https://flask.palletsprojects.com/?utm_source=chatgpt.com" TargetMode="External"/><Relationship Id="rId2" Type="http://schemas.openxmlformats.org/officeDocument/2006/relationships/hyperlink" Target="https://docs.python.org/3/?utm_source=chatgpt.com" TargetMode="External"/><Relationship Id="rId1" Type="http://schemas.openxmlformats.org/officeDocument/2006/relationships/hyperlink" Target="https://docs.opencv.org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3837745" y="1025690"/>
            <a:ext cx="10312388" cy="1402644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99" name="TextBox 7"/>
          <p:cNvSpPr txBox="1"/>
          <p:nvPr/>
        </p:nvSpPr>
        <p:spPr>
          <a:xfrm>
            <a:off x="2196179" y="3241766"/>
            <a:ext cx="12922250" cy="7616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6700"/>
              </a:lnSpc>
              <a:defRPr sz="3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lang="en-IN" dirty="0"/>
              <a:t>Face Recognition Attendance System</a:t>
            </a:r>
            <a:endParaRPr lang="en-US" dirty="0"/>
          </a:p>
        </p:txBody>
      </p:sp>
      <p:sp>
        <p:nvSpPr>
          <p:cNvPr id="100" name="TextBox 8"/>
          <p:cNvSpPr txBox="1"/>
          <p:nvPr/>
        </p:nvSpPr>
        <p:spPr>
          <a:xfrm>
            <a:off x="4462865" y="5578438"/>
            <a:ext cx="9362270" cy="19133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2700" marR="5080" indent="635" algn="ctr"/>
            <a:r>
              <a:rPr lang="en-US" sz="2800" b="1" dirty="0">
                <a:latin typeface="Times New Roman" panose="02020603050405020304"/>
                <a:cs typeface="Times New Roman" panose="02020603050405020304"/>
              </a:rPr>
              <a:t>CSA17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635" algn="ctr">
              <a:lnSpc>
                <a:spcPct val="118000"/>
              </a:lnSpc>
            </a:pPr>
            <a:r>
              <a:rPr lang="en-US" sz="2800" b="1" dirty="0">
                <a:latin typeface="Times New Roman" panose="02020603050405020304"/>
                <a:cs typeface="Times New Roman" panose="02020603050405020304"/>
              </a:rPr>
              <a:t>Course</a:t>
            </a:r>
            <a:r>
              <a:rPr lang="en-US"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  <a:cs typeface="Times New Roman" panose="02020603050405020304"/>
              </a:rPr>
              <a:t>Faculty</a:t>
            </a:r>
            <a:r>
              <a:rPr lang="en-US" sz="28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Dr. </a:t>
            </a:r>
            <a:r>
              <a:rPr lang="en-US" sz="2800" spc="-35" dirty="0">
                <a:latin typeface="Times New Roman" panose="02020603050405020304"/>
                <a:cs typeface="Times New Roman" panose="02020603050405020304"/>
              </a:rPr>
              <a:t>Krishna Kumar Kathiresan</a:t>
            </a:r>
            <a:r>
              <a:rPr lang="en-US" sz="2800" spc="-1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Professor,</a:t>
            </a:r>
            <a:r>
              <a:rPr lang="en-US" sz="28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lang="en-US" sz="28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Engineering,</a:t>
            </a:r>
            <a:r>
              <a:rPr lang="en-US" sz="28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10" dirty="0">
                <a:latin typeface="Times New Roman" panose="02020603050405020304"/>
                <a:cs typeface="Times New Roman" panose="02020603050405020304"/>
              </a:rPr>
              <a:t>SIMATS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5080" indent="635" algn="ctr">
              <a:lnSpc>
                <a:spcPct val="118000"/>
              </a:lnSpc>
            </a:pPr>
            <a:endParaRPr lang="en-US" sz="28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1" name="PRESENTED BY:"/>
          <p:cNvSpPr txBox="1"/>
          <p:nvPr/>
        </p:nvSpPr>
        <p:spPr>
          <a:xfrm>
            <a:off x="12861103" y="7626578"/>
            <a:ext cx="4084794" cy="1686933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 algn="r">
              <a:lnSpc>
                <a:spcPts val="4300"/>
              </a:lnSpc>
              <a:defRPr sz="2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dirty="0"/>
              <a:t>PRESENTED BY:</a:t>
            </a:r>
            <a:endParaRPr lang="en-IN" dirty="0"/>
          </a:p>
          <a:p>
            <a:r>
              <a:rPr lang="en-IN" dirty="0"/>
              <a:t>B.Bhargavi-1923211136</a:t>
            </a:r>
            <a:endParaRPr lang="en-IN" dirty="0"/>
          </a:p>
          <a:p>
            <a:r>
              <a:rPr lang="en-IN" dirty="0" err="1"/>
              <a:t>Komboji</a:t>
            </a:r>
            <a:r>
              <a:rPr lang="en-IN" dirty="0"/>
              <a:t> Thanuja-192373012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492" y="1570705"/>
            <a:ext cx="12182168" cy="83715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dirty="0"/>
              <a:t>•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and automated system designed to record and manage student attendance using Artificial Intelligence and face recognition technology.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captures student faces using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webcam/camera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identifies registered students automatically.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facial feature extraction and matching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recognize students and mark their attendance.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attendance details such as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name, ID, date, time, and attendance status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stored in a centralized database.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work, save time, improve attendance accuracy, and prevent proxy attendance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also 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reports and performance monitoring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teachers and administrators</a:t>
            </a:r>
            <a:r>
              <a:rPr lang="en-IN" sz="3600" dirty="0"/>
              <a:t>.</a:t>
            </a:r>
            <a:endParaRPr lang="en-IN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32439" y="678426"/>
            <a:ext cx="5530645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IN" sz="4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ABSTRACT</a:t>
            </a:r>
            <a:endParaRPr kumimoji="0" lang="en-IN" sz="4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6" name="Picture 5" descr="Key Metrics for Tracking Student Success - eduTink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2660" y="2507226"/>
            <a:ext cx="5215908" cy="6209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97761" y="9808502"/>
            <a:ext cx="4173793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CSA1711-01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2"/>
          <p:cNvSpPr txBox="1"/>
          <p:nvPr/>
        </p:nvSpPr>
        <p:spPr>
          <a:xfrm>
            <a:off x="781105" y="2965307"/>
            <a:ext cx="16105239" cy="576061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automated system developed to simplify the process of recording student attendance.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attendance methods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registers and roll calls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more time and may lead to errors.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system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Computer Vision, and Face Recognition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students through a camera.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student’s face is first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and stored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system for future identification.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During attendance, the camera captures the student’s face and compares it with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facial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When a student is recognized, the system automatically records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ID, name, date, and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attendance data is stored 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easy for teachers to view and manage records.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20000"/>
              </a:lnSpc>
              <a:defRPr sz="35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dirty="0"/>
          </a:p>
        </p:txBody>
      </p:sp>
      <p:sp>
        <p:nvSpPr>
          <p:cNvPr id="104" name="Freeform 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05" name="Freeform 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06" name="TextBox 5"/>
          <p:cNvSpPr txBox="1"/>
          <p:nvPr/>
        </p:nvSpPr>
        <p:spPr>
          <a:xfrm>
            <a:off x="5860689" y="963501"/>
            <a:ext cx="6566622" cy="8856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lang="en-IN" dirty="0"/>
              <a:t>INTRODUCTION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42903" y="9640673"/>
            <a:ext cx="3746090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CSA1711-02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 txBox="1"/>
          <p:nvPr/>
        </p:nvSpPr>
        <p:spPr>
          <a:xfrm>
            <a:off x="566401" y="2287761"/>
            <a:ext cx="15709858" cy="73866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attendance systems require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time-consuming for teachers.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attendance can lead to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incorrect marking or missing records.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occur when one student marks attendance for another student.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Maintaining attendance records manually becomes difficult when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students is large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quickly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update, and generate attendance reports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paper-based methods.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Therefore, 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proposed to automatically recognize students and record their attendance accurately and efficiently.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Freeform 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10" name="Freeform 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11" name="TextBox 5"/>
          <p:cNvSpPr txBox="1"/>
          <p:nvPr/>
        </p:nvSpPr>
        <p:spPr>
          <a:xfrm>
            <a:off x="4961037" y="21191"/>
            <a:ext cx="6566622" cy="8856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dirty="0"/>
              <a:t>PROBLEM STATEMENT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7447935" y="9791627"/>
            <a:ext cx="5191433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CSA1711-04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214" y="2079108"/>
            <a:ext cx="11975691" cy="79098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automatic student attendance management.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recognize students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facial recognition technology.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automatically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registered student is recognized.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work, time, and human errors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attendance recording.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help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proxy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verifying the student’s face.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securely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attendance records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student details, date, and time.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attendance reports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teachers and administrators.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efficiency, and reliability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attendance process.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68413" y="781664"/>
            <a:ext cx="4572000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IN" sz="4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OBJECTIVES</a:t>
            </a:r>
            <a:endParaRPr kumimoji="0" lang="en-IN" sz="4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Picture 6" descr="Student Performance Predi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4793" y="2300332"/>
            <a:ext cx="5043993" cy="60170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964131" y="9917672"/>
            <a:ext cx="4350774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CSA1711-05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24" name="Freeform 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25" name="TextBox 5"/>
          <p:cNvSpPr txBox="1"/>
          <p:nvPr/>
        </p:nvSpPr>
        <p:spPr>
          <a:xfrm>
            <a:off x="2850098" y="963502"/>
            <a:ext cx="12242680" cy="8856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SYSTEM ARCHITECTURE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34979" y="9662488"/>
            <a:ext cx="3908322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CSA1711-06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2345874"/>
            <a:ext cx="16783664" cy="73166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2"/>
          <p:cNvSpPr txBox="1"/>
          <p:nvPr/>
        </p:nvSpPr>
        <p:spPr>
          <a:xfrm>
            <a:off x="718938" y="3062913"/>
            <a:ext cx="15979005" cy="646330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The module is responsible for </a:t>
            </a:r>
            <a:r>
              <a:rPr lang="en-IN" sz="2800" b="1" dirty="0"/>
              <a:t>registering student information</a:t>
            </a:r>
            <a:r>
              <a:rPr lang="en-IN" sz="2800" dirty="0"/>
              <a:t> in the system.</a:t>
            </a:r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admin can enter details such as </a:t>
            </a:r>
            <a:r>
              <a:rPr lang="en-IN" sz="2800" b="1" dirty="0"/>
              <a:t>Student ID, Name, Department, Year, and Section</a:t>
            </a:r>
            <a:r>
              <a:rPr lang="en-IN" sz="2800" dirty="0"/>
              <a:t>.</a:t>
            </a:r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The system uses a </a:t>
            </a:r>
            <a:r>
              <a:rPr lang="en-IN" sz="2800" b="1" dirty="0"/>
              <a:t>webcam to capture multiple images</a:t>
            </a:r>
            <a:r>
              <a:rPr lang="en-IN" sz="2800" dirty="0"/>
              <a:t> of each student.</a:t>
            </a:r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captured images are processed using </a:t>
            </a:r>
            <a:r>
              <a:rPr lang="en-IN" sz="2800" b="1" dirty="0"/>
              <a:t>image processing techniques</a:t>
            </a:r>
            <a:r>
              <a:rPr lang="en-IN" sz="2800" dirty="0"/>
              <a:t> to improve recognition accuracy.</a:t>
            </a:r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system detects the student’s </a:t>
            </a:r>
            <a:r>
              <a:rPr lang="en-IN" sz="2800" b="1" dirty="0"/>
              <a:t>face from the captured image</a:t>
            </a:r>
            <a:r>
              <a:rPr lang="en-IN" sz="2800" dirty="0"/>
              <a:t>.</a:t>
            </a:r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Facial features are extracted using </a:t>
            </a:r>
            <a:r>
              <a:rPr lang="en-IN" sz="2800" b="1" dirty="0"/>
              <a:t>AI-based face recognition techniques</a:t>
            </a:r>
            <a:r>
              <a:rPr lang="en-IN" sz="2800" dirty="0"/>
              <a:t>.</a:t>
            </a:r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 The extracted facial features are converted into </a:t>
            </a:r>
            <a:r>
              <a:rPr lang="en-IN" sz="2800" b="1" dirty="0"/>
              <a:t>face embeddings</a:t>
            </a:r>
            <a:r>
              <a:rPr lang="en-IN" sz="2800" dirty="0"/>
              <a:t> and stored securely.</a:t>
            </a:r>
            <a:endParaRPr lang="en-IN" sz="2800" dirty="0"/>
          </a:p>
          <a:p>
            <a:pPr lvl="0"/>
            <a:endParaRPr lang="en-IN" sz="2800" dirty="0"/>
          </a:p>
        </p:txBody>
      </p:sp>
      <p:sp>
        <p:nvSpPr>
          <p:cNvPr id="134" name="Freeform 3"/>
          <p:cNvSpPr/>
          <p:nvPr/>
        </p:nvSpPr>
        <p:spPr>
          <a:xfrm>
            <a:off x="718938" y="464002"/>
            <a:ext cx="1597818" cy="188187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35" name="Freeform 4"/>
          <p:cNvSpPr/>
          <p:nvPr/>
        </p:nvSpPr>
        <p:spPr>
          <a:xfrm>
            <a:off x="15803663" y="464002"/>
            <a:ext cx="2130423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36" name="TextBox 5"/>
          <p:cNvSpPr txBox="1"/>
          <p:nvPr/>
        </p:nvSpPr>
        <p:spPr>
          <a:xfrm>
            <a:off x="2661902" y="978122"/>
            <a:ext cx="12796615" cy="8536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lang="en-IN" dirty="0"/>
              <a:t>Module 1: Student Registration &amp; Face Recognition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7049730" y="9640673"/>
            <a:ext cx="2993922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CSA1711-07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05136" y="9850622"/>
            <a:ext cx="4070555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CSA1711-08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6980"/>
            <a:ext cx="18288000" cy="967364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2"/>
          <p:cNvSpPr txBox="1"/>
          <p:nvPr/>
        </p:nvSpPr>
        <p:spPr>
          <a:xfrm>
            <a:off x="461322" y="2958249"/>
            <a:ext cx="15979005" cy="646330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r>
              <a:rPr lang="en-IN" sz="2800" dirty="0"/>
              <a:t>• This module is responsible for </a:t>
            </a:r>
            <a:r>
              <a:rPr lang="en-IN" sz="2800" b="1" dirty="0"/>
              <a:t>automatically recording and managing student attendance</a:t>
            </a:r>
            <a:r>
              <a:rPr lang="en-IN" sz="2800" dirty="0"/>
              <a:t>.</a:t>
            </a:r>
            <a:endParaRPr lang="en-IN" sz="2800" dirty="0"/>
          </a:p>
          <a:p>
            <a:r>
              <a:rPr lang="en-IN" sz="2800" dirty="0"/>
              <a:t>• Once a student is recognized, the system automatically marks the student as </a:t>
            </a:r>
            <a:r>
              <a:rPr lang="en-IN" sz="2800" b="1" dirty="0"/>
              <a:t>Present</a:t>
            </a:r>
            <a:r>
              <a:rPr lang="en-IN" sz="2800" dirty="0"/>
              <a:t>.</a:t>
            </a:r>
            <a:endParaRPr lang="en-IN" sz="2800" dirty="0"/>
          </a:p>
          <a:p>
            <a:r>
              <a:rPr lang="en-IN" sz="2800" dirty="0"/>
              <a:t>• The system records important details such as </a:t>
            </a:r>
            <a:r>
              <a:rPr lang="en-IN" sz="2800" b="1" dirty="0"/>
              <a:t>Student ID, Name, Date, Time, and Attendance Status</a:t>
            </a:r>
            <a:r>
              <a:rPr lang="en-IN" sz="2800" dirty="0"/>
              <a:t>.</a:t>
            </a:r>
            <a:endParaRPr lang="en-IN" sz="2800" dirty="0"/>
          </a:p>
          <a:p>
            <a:r>
              <a:rPr lang="en-IN" sz="2800" dirty="0"/>
              <a:t>• Attendance information is stored in a </a:t>
            </a:r>
            <a:r>
              <a:rPr lang="en-IN" sz="2800" b="1" dirty="0"/>
              <a:t>centralized database</a:t>
            </a:r>
            <a:r>
              <a:rPr lang="en-IN" sz="2800" dirty="0"/>
              <a:t> for future use.</a:t>
            </a:r>
            <a:endParaRPr lang="en-IN" sz="2800" dirty="0"/>
          </a:p>
          <a:p>
            <a:r>
              <a:rPr lang="en-IN" sz="2800" dirty="0"/>
              <a:t>• The system prevents </a:t>
            </a:r>
            <a:r>
              <a:rPr lang="en-IN" sz="2800" b="1" dirty="0"/>
              <a:t>duplicate attendance</a:t>
            </a:r>
            <a:r>
              <a:rPr lang="en-IN" sz="2800" dirty="0"/>
              <a:t> from being recorded for the same student on the same day.</a:t>
            </a:r>
            <a:endParaRPr lang="en-IN" sz="2800" dirty="0"/>
          </a:p>
          <a:p>
            <a:r>
              <a:rPr lang="en-IN" sz="2800" dirty="0"/>
              <a:t>• Teachers or administrators can </a:t>
            </a:r>
            <a:r>
              <a:rPr lang="en-IN" sz="2800" b="1" dirty="0"/>
              <a:t>view attendance records</a:t>
            </a:r>
            <a:r>
              <a:rPr lang="en-IN" sz="2800" dirty="0"/>
              <a:t> through the system.</a:t>
            </a:r>
            <a:endParaRPr lang="en-IN" sz="2800" dirty="0"/>
          </a:p>
          <a:p>
            <a:r>
              <a:rPr lang="en-IN" sz="2800" dirty="0"/>
              <a:t>• The module provides </a:t>
            </a:r>
            <a:r>
              <a:rPr lang="en-IN" sz="2800" b="1" dirty="0"/>
              <a:t>student-wise, date-wise, and department-wise</a:t>
            </a:r>
            <a:endParaRPr lang="en-IN" sz="2800" b="1" dirty="0"/>
          </a:p>
          <a:p>
            <a:r>
              <a:rPr lang="en-IN" sz="2800" b="1" dirty="0"/>
              <a:t> attendance details</a:t>
            </a:r>
            <a:r>
              <a:rPr lang="en-IN" sz="2800" dirty="0"/>
              <a:t>.</a:t>
            </a:r>
            <a:endParaRPr lang="en-IN" sz="2800" dirty="0"/>
          </a:p>
          <a:p>
            <a:r>
              <a:rPr lang="en-IN" sz="2800" dirty="0"/>
              <a:t>• It can calculate the </a:t>
            </a:r>
            <a:r>
              <a:rPr lang="en-IN" sz="2800" b="1" dirty="0"/>
              <a:t>attendance percentage</a:t>
            </a:r>
            <a:r>
              <a:rPr lang="en-IN" sz="2800" dirty="0"/>
              <a:t> of each student.</a:t>
            </a:r>
            <a:endParaRPr lang="en-IN" sz="2800" dirty="0"/>
          </a:p>
          <a:p>
            <a:r>
              <a:rPr lang="en-IN" sz="2800" dirty="0"/>
              <a:t>• The system can generate </a:t>
            </a:r>
            <a:r>
              <a:rPr lang="en-IN" sz="2800" b="1" dirty="0"/>
              <a:t>daily, weekly, and monthly attendance reports</a:t>
            </a:r>
            <a:r>
              <a:rPr lang="en-IN" sz="2800" dirty="0"/>
              <a:t>.</a:t>
            </a:r>
            <a:endParaRPr lang="en-IN" sz="2800" dirty="0"/>
          </a:p>
          <a:p>
            <a:r>
              <a:rPr lang="en-IN" sz="2800" dirty="0"/>
              <a:t>• Attendance reports can be used to identify students with </a:t>
            </a:r>
            <a:r>
              <a:rPr lang="en-IN" sz="2800" b="1" dirty="0"/>
              <a:t>low attendance</a:t>
            </a:r>
            <a:r>
              <a:rPr lang="en-IN" sz="2800" dirty="0"/>
              <a:t>.</a:t>
            </a:r>
            <a:endParaRPr lang="en-IN" sz="2800" dirty="0"/>
          </a:p>
          <a:p>
            <a:r>
              <a:rPr lang="en-IN" sz="2800" dirty="0"/>
              <a:t>• The module reduces </a:t>
            </a:r>
            <a:r>
              <a:rPr lang="en-IN" sz="2800" b="1" dirty="0"/>
              <a:t>manual record keeping and calculation errors</a:t>
            </a:r>
            <a:r>
              <a:rPr lang="en-IN" sz="2800" dirty="0"/>
              <a:t>.</a:t>
            </a:r>
            <a:endParaRPr lang="en-IN" sz="2800" dirty="0"/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Freeform 3"/>
          <p:cNvSpPr/>
          <p:nvPr/>
        </p:nvSpPr>
        <p:spPr>
          <a:xfrm>
            <a:off x="718938" y="464002"/>
            <a:ext cx="1597818" cy="188187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40" name="Freeform 4"/>
          <p:cNvSpPr/>
          <p:nvPr/>
        </p:nvSpPr>
        <p:spPr>
          <a:xfrm>
            <a:off x="15803663" y="464002"/>
            <a:ext cx="2130423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41" name="TextBox 5"/>
          <p:cNvSpPr txBox="1"/>
          <p:nvPr/>
        </p:nvSpPr>
        <p:spPr>
          <a:xfrm>
            <a:off x="2745692" y="569801"/>
            <a:ext cx="12796615" cy="181543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lang="en-IN" dirty="0"/>
              <a:t>Module 2: Attendance Management &amp; Reporting</a:t>
            </a:r>
            <a:endParaRPr lang="en-IN" dirty="0"/>
          </a:p>
          <a:p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1157" y="5447450"/>
            <a:ext cx="4485012" cy="45864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45045" y="9865369"/>
            <a:ext cx="3392129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CSA1711-09</a:t>
            </a:r>
            <a:endParaRPr lang="en-IN" dirty="0"/>
          </a:p>
          <a:p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69161" y="9778181"/>
            <a:ext cx="351011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CSA1711-10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97781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1444" y="1825268"/>
            <a:ext cx="12182169" cy="77251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recognizes registered students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webcam.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automatically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successful face recognition.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details such as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 name, date, and time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recorded in the database.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reduces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manual attendance.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attendance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prevented by checking the existing attendance record.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can identify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faces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avoid marking attendance for unregistered students.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records can be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viewed and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system.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useful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reports and attendance percentages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2567" y="619432"/>
            <a:ext cx="9085008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IN" sz="4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RESULTS AND DISCUSSION</a:t>
            </a:r>
            <a:endParaRPr kumimoji="0" lang="en-IN" sz="4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6" name="Picture 5" descr="Predictive Analytics in Learner Succ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9969" y="2487917"/>
            <a:ext cx="4936587" cy="6154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95769" y="9711813"/>
            <a:ext cx="3834580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CSA17111-11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4572" y="1654981"/>
            <a:ext cx="11842956" cy="84638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Face Recognition Attendance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automated and efficient method for managing student attendance.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successfully 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Computer Vision, and Face Recognition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students.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automatically records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date, and time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work.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human errors and prevent proxy attendance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records are securely stored in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 be easily accessed.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makes it easier for teachers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attendance and generate reports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proposed system provides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reliable, and user-friendly solution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attendance management.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2568" y="1032387"/>
            <a:ext cx="5663380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tudent performance analysis Images - Free Download on Magnific (formerly  Freepik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7639" y="1987784"/>
            <a:ext cx="5193584" cy="71373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02594" y="9630697"/>
            <a:ext cx="3288890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CSA1711-1</a:t>
            </a:r>
            <a:r>
              <a:rPr lang="en-IN" dirty="0"/>
              <a:t>2</a:t>
            </a:r>
            <a:endParaRPr lang="en-IN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8535" y="3119877"/>
            <a:ext cx="9807677" cy="5616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dirty="0"/>
              <a:t>• OpenCV Documentation – Computer Vision and Face Detection</a:t>
            </a:r>
            <a:br>
              <a:rPr lang="en-IN" sz="3600" dirty="0"/>
            </a:br>
            <a:r>
              <a:rPr lang="en-IN" sz="3600" dirty="0">
                <a:solidFill>
                  <a:schemeClr val="tx1"/>
                </a:solidFill>
                <a:hlinkClick r:id="rId1"/>
              </a:rPr>
              <a:t>OpenCV Documentation</a:t>
            </a:r>
            <a:endParaRPr lang="en-IN" sz="3600" dirty="0">
              <a:solidFill>
                <a:schemeClr val="tx1"/>
              </a:solidFill>
            </a:endParaRPr>
          </a:p>
          <a:p>
            <a:r>
              <a:rPr lang="en-IN" sz="3600" dirty="0"/>
              <a:t>• Python Documentation – Python Programming Language</a:t>
            </a:r>
            <a:br>
              <a:rPr lang="en-IN" sz="3600" dirty="0"/>
            </a:br>
            <a:r>
              <a:rPr lang="en-IN" sz="3600" dirty="0">
                <a:solidFill>
                  <a:schemeClr val="tx1"/>
                </a:solidFill>
                <a:hlinkClick r:id="rId2"/>
              </a:rPr>
              <a:t>Python Documentation</a:t>
            </a:r>
            <a:endParaRPr lang="en-IN" sz="3600" dirty="0">
              <a:solidFill>
                <a:schemeClr val="tx1"/>
              </a:solidFill>
            </a:endParaRPr>
          </a:p>
          <a:p>
            <a:r>
              <a:rPr lang="en-IN" sz="3600" dirty="0"/>
              <a:t>• Flask Documentation – Web Application Development</a:t>
            </a:r>
            <a:br>
              <a:rPr lang="en-IN" sz="3600" dirty="0"/>
            </a:br>
            <a:r>
              <a:rPr lang="en-IN" sz="3600" dirty="0">
                <a:solidFill>
                  <a:schemeClr val="tx1"/>
                </a:solidFill>
                <a:hlinkClick r:id="rId3"/>
              </a:rPr>
              <a:t>Flask Documentation</a:t>
            </a:r>
            <a:endParaRPr lang="en-IN" sz="3600" dirty="0">
              <a:solidFill>
                <a:schemeClr val="tx1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22374" y="1194619"/>
            <a:ext cx="5589639" cy="784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How Predictive Analytics Can Boost Student Success Rates | Full Fabr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4531" y="2942897"/>
            <a:ext cx="5971868" cy="45640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33536" y="9790326"/>
            <a:ext cx="4232787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dirty="0"/>
              <a:t>CSA1711-13</a:t>
            </a:r>
            <a:endParaRPr lang="en-I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2"/>
          <p:cNvSpPr txBox="1"/>
          <p:nvPr/>
        </p:nvSpPr>
        <p:spPr>
          <a:xfrm>
            <a:off x="5203478" y="2887183"/>
            <a:ext cx="7881047" cy="187367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15900"/>
              </a:lnSpc>
              <a:defRPr sz="9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THANK YOU!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7660033" y="4775074"/>
            <a:ext cx="2967933" cy="5083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sz="2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ANY QUESTIONS?</a:t>
            </a:r>
          </a:p>
        </p:txBody>
      </p:sp>
      <p:sp>
        <p:nvSpPr>
          <p:cNvPr id="165" name="Freeform 4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  <p:sp>
        <p:nvSpPr>
          <p:cNvPr id="166" name="Freeform 5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 panose="020F0502020204030204"/>
              </a:defRPr>
            </a:p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6279</Words>
  <Application>WPS Presentation</Application>
  <PresentationFormat>Custom</PresentationFormat>
  <Paragraphs>178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Helvetica</vt:lpstr>
      <vt:lpstr>Calibri</vt:lpstr>
      <vt:lpstr>Arial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harini raja</dc:creator>
  <cp:lastModifiedBy>bharu bellamkonda</cp:lastModifiedBy>
  <cp:revision>6</cp:revision>
  <dcterms:created xsi:type="dcterms:W3CDTF">2026-09-01T04:34:07Z</dcterms:created>
  <dcterms:modified xsi:type="dcterms:W3CDTF">2026-09-01T04:34:24Z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CAFAF6B2383E460BA5DA127432343A55_13</vt:lpwstr>
  </property>
  <property fmtid="{D5CDD505-2E9C-101B-9397-08002B2CF9AE}" pid="3" name="KSOProductBuildVer">
    <vt:lpwstr>1033-12.1.0.28032</vt:lpwstr>
  </property>
</Properties>
</file>